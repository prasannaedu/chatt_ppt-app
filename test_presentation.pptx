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/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• Comprehensive analysis of Artificial Intelligence implementation</a:t>
            </a:r>
          </a:p>
          <a:p>
            <a:r>
              <a:t>• Detailed examination of key success factors</a:t>
            </a:r>
          </a:p>
          <a:p>
            <a:r>
              <a:t>• In-depth review of industry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Comprehensive analysis of Artificial Intelligence implementation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Detailed examination of key success factors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In-depth review of industry best practices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Thorough exploration of emerging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AI Applications in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Comprehensive analysis of Artificial Intelligence implementation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Detailed examination of key success factors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In-depth review of industry best practices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Thorough exploration of emerging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Comprehensive analysis of Artificial Intelligence implementation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Detailed examination of key success factors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In-depth review of industry best practices</a:t>
            </a:r>
          </a:p>
          <a:p>
            <a:pPr>
              <a:spcAft>
                <a:spcPts val="1200"/>
              </a:spcAft>
            </a:pPr>
            <a:r>
              <a:rPr sz="1800">
                <a:latin typeface="Calibri"/>
              </a:rPr>
              <a:t>Thorough exploration of emerging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