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0448C"/>
                </a:solidFill>
              </a:rP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8283C"/>
                </a:solidFill>
              </a:rPr>
              <a:t>• Overview of key concepts</a:t>
            </a:r>
          </a:p>
          <a:p>
            <a:r>
              <a:rPr sz="1800">
                <a:solidFill>
                  <a:srgbClr val="28283C"/>
                </a:solidFill>
              </a:rPr>
              <a:t>• Main objectives and goals</a:t>
            </a:r>
          </a:p>
          <a:p>
            <a:r>
              <a:rPr sz="1800">
                <a:solidFill>
                  <a:srgbClr val="28283C"/>
                </a:solidFill>
              </a:rPr>
              <a:t>• Expected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Key Aspects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Important features and characteristics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Benefits and advantages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Practical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Step-by-step approach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Best practices and recommendations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Future considerations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10448C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AI-Powered Chat-to-PPT</a:t>
            </a:r>
          </a:p>
          <a:p/>
          <a:p>
            <a:r>
              <a:t>Professional Presentation • Comprehensive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