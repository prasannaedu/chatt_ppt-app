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10448C"/>
                </a:solidFill>
              </a:rPr>
              <a:t>Learning Objectives: Machine Learning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28283C"/>
                </a:solidFill>
              </a:rPr>
              <a:t>• Long-term strategic considerations and planning</a:t>
            </a:r>
          </a:p>
          <a:p>
            <a:r>
              <a:rPr sz="1800">
                <a:solidFill>
                  <a:srgbClr val="28283C"/>
                </a:solidFill>
              </a:rPr>
              <a:t>• Performance metrics and success indicators</a:t>
            </a:r>
          </a:p>
          <a:p>
            <a:r>
              <a:rPr sz="1800">
                <a:solidFill>
                  <a:srgbClr val="28283C"/>
                </a:solidFill>
              </a:rPr>
              <a:t>• Comprehensive risk assessment and mitigation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0448C"/>
                </a:solidFill>
              </a:rPr>
              <a:t>Fundamental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Long-term strategic considerations and planning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Stakeholder impact and engagement strategies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Performance metrics and success indicators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Comprehensive risk assessment and mitigation strategies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Data-driven insights and research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0448C"/>
                </a:solidFill>
              </a:rPr>
              <a:t>Advanced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Detailed implementation roadmap with milestones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Performance metrics and success indicators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Data-driven insights and research findings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Comprehensive risk assessment and mitigation strategies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Comprehensive risk assessment and mitigation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0448C"/>
                </a:solidFill>
              </a:rPr>
              <a:t>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Comprehensive risk assessment and mitigation strategies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Performance metrics and success indicators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Detailed implementation roadmap with milestones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Stakeholder impact and engagement strategies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Detailed implementation roadmap with milestones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0448C"/>
                </a:solidFill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Long-term strategic considerations and planning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Evidence-based recommendations and best practices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Performance metrics and success indicators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Detailed implementation roadmap with milestones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8283C"/>
                </a:solidFill>
                <a:latin typeface="Calibri"/>
              </a:rPr>
              <a:t>Evidence-based recommendations and best practices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>
                <a:solidFill>
                  <a:srgbClr val="10448C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with AI-Powered Chat-to-PPT</a:t>
            </a:r>
          </a:p>
          <a:p/>
          <a:p>
            <a:r>
              <a:t>Professional Presentation • Comprehensive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