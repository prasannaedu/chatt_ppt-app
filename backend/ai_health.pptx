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10448C"/>
                </a:solidFill>
              </a:rPr>
              <a:t>Introduction to AI in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28283C"/>
                </a:solidFill>
              </a:rPr>
              <a:t>• Comprehensive analysis of AI in Healthcare aspects</a:t>
            </a:r>
          </a:p>
          <a:p>
            <a:r>
              <a:rPr sz="1800">
                <a:solidFill>
                  <a:srgbClr val="28283C"/>
                </a:solidFill>
              </a:rPr>
              <a:t>• Detailed insights and observations</a:t>
            </a:r>
          </a:p>
          <a:p>
            <a:r>
              <a:rPr sz="1800">
                <a:solidFill>
                  <a:srgbClr val="28283C"/>
                </a:solidFill>
              </a:rPr>
              <a:t>• Detailed insights and observations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Key Concepts of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In-depth review of important factors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Thorough exploration of relevant concepts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Specific examples and case studies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Thorough exploration of relevant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Benefits and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Practical applications and implementations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Detailed examination of key elements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In-depth review of important factors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Detailed insights and observations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Implementation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Comprehensive analysis of AI in Healthcare aspects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Practical applications and implementations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Detailed examination of key elements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Detailed insights and observations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0448C"/>
                </a:solidFill>
              </a:rPr>
              <a:t>Case Studies and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In-depth review of important factors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Practical applications and implementations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Detailed insights and observations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8283C"/>
                </a:solidFill>
                <a:latin typeface="Calibri"/>
              </a:rPr>
              <a:t>Practical applications and implementations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10448C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with AI-Powered Chat-to-PPT</a:t>
            </a:r>
          </a:p>
          <a:p/>
          <a:p>
            <a:r>
              <a:t>Professional Presentation • Comprehensive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